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OpsLens AI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Incident Response for Engineering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862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Pitch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0D9488">
              <a:alpha val="2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incidents take &gt;1hr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diagnose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0D9488">
              <a:alpha val="2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annually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0D9488">
              <a:alpha val="2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554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3504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Wrong team notified • No context available • Manual triage slow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Inefficiency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914400" cy="91440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yearly cost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downtime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914400" cy="91440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 hrs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188720"/>
            <a:ext cx="914400" cy="91440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3504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handoffs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incident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minute of downtime costs money. Each handoff adds risk.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OpsLens AI automatically detects, diagnoses, and routes incidents with AI-powered context enrichment. No more alert storms. No more guessing. Just smart resolution.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1005840" cy="64008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06440" y="1554480"/>
            <a:ext cx="91440" cy="274320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371600"/>
            <a:ext cx="1005840" cy="64008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95160" y="1554480"/>
            <a:ext cx="91440" cy="274320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1371600"/>
            <a:ext cx="1005840" cy="64008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554480"/>
            <a:ext cx="91440" cy="274320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1371600"/>
            <a:ext cx="1005840" cy="64008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18320" y="1371600"/>
            <a:ext cx="1005840" cy="64008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any log 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errors automatically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2801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 from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2801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 right team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2801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2376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RRT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Demo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4747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OpsLens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6766560" cy="1645920"/>
          </a:xfrm>
          <a:prstGeom prst="roundRect">
            <a:avLst/>
          </a:prstGeom>
          <a:solidFill>
            <a:srgbClr val="1E293B">
              <a:alpha val="8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Incident Detected: PaymentService Timeout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142 errors in last 5 minutes • Spike detected at 14:32 UTC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 to PR #4521 (payment-retry-logic) • Slack: #incidents-payment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1645920" cy="32004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1645920" cy="3200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1325880"/>
            <a:ext cx="548640" cy="54864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Intelligence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log ingestion &amp; parsing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325880"/>
            <a:ext cx="548640" cy="54864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Routing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team assignment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1325880"/>
            <a:ext cx="548640" cy="54864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Diagnosis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26517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2971800"/>
            <a:ext cx="548640" cy="54864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RRT Automation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briefs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2834640"/>
            <a:ext cx="26517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2971800"/>
            <a:ext cx="548640" cy="54864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2 Ready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6517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971800"/>
            <a:ext cx="548640" cy="54864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GitHub, Slack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existing stack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103120" y="1828800"/>
            <a:ext cx="1828800" cy="1371600"/>
          </a:xfrm>
          <a:prstGeom prst="roundRect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0312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1828800" cy="1371600"/>
          </a:xfrm>
          <a:prstGeom prst="roundRect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1828800" cy="1371600"/>
          </a:xfrm>
          <a:prstGeom prst="roundRect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828800" cy="2011680"/>
          </a:xfrm>
          <a:prstGeom prst="roundRect">
            <a:avLst/>
          </a:prstGeom>
          <a:solidFill>
            <a:srgbClr val="14B8A6">
              <a:alpha val="1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$4.2B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280160"/>
            <a:ext cx="1828800" cy="2011680"/>
          </a:xfrm>
          <a:prstGeom prst="roundRect">
            <a:avLst/>
          </a:prstGeom>
          <a:solidFill>
            <a:srgbClr val="14B8A6">
              <a:alpha val="1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$890M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segment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828800" cy="2011680"/>
          </a:xfrm>
          <a:prstGeom prst="roundRect">
            <a:avLst/>
          </a:prstGeom>
          <a:solidFill>
            <a:srgbClr val="14B8A6">
              <a:alpha val="1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 YoY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1280160"/>
            <a:ext cx="1828800" cy="2011680"/>
          </a:xfrm>
          <a:prstGeom prst="roundRect">
            <a:avLst/>
          </a:prstGeom>
          <a:solidFill>
            <a:srgbClr val="14B8A6">
              <a:alpha val="1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120k+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startups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$49/mo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 to 1M events/mo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Basic routing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Email support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$149/mo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 to 10M events/mo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diagnosis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Slack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Unlimited events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Dedicated support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Roadmap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2560320"/>
          </a:xfrm>
          <a:prstGeom prst="round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Pre-launch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Beta infrastructure ready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AI model trained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Integrations built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6-Month Roadmap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 launch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customers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enrichment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MRR target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514600" y="1280160"/>
            <a:ext cx="1371600" cy="137160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514600" y="12801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&amp; CTO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SRE at Unicorn (10 yrs ops)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1371600" cy="137160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2801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Co-Founder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Ex-Google Cloud, ML engineer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2560320"/>
          </a:xfrm>
          <a:prstGeom prst="roundRect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15544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Commoditization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models now accessible &amp; affordable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2560320"/>
          </a:xfrm>
          <a:prstGeom prst="roundRect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5544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Pressure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teams lean post-2024 layoffs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2560320"/>
          </a:xfrm>
          <a:prstGeom prst="roundRect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5544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Needs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GDPR requirements increasing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828800" cy="457200"/>
          </a:xfrm>
          <a:prstGeom prst="round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200400"/>
            <a:ext cx="1828800" cy="457200"/>
          </a:xfrm>
          <a:prstGeom prst="round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Sales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1828800" cy="457200"/>
          </a:xfrm>
          <a:prstGeom prst="round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200400"/>
            <a:ext cx="1828800" cy="457200"/>
          </a:xfrm>
          <a:prstGeom prst="round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future of incident response.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OpsLens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hello@opslens.ai • www.opslens.ai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OpsLens AI - Investor Pitch Deck</dc:title>
  <dc:subject>Pre-Seed Investor Pitch</dc:subject>
  <dc:creator>OpsLens AI</dc:creator>
  <cp:lastModifiedBy>OpsLens AI</cp:lastModifiedBy>
  <cp:revision>1</cp:revision>
  <dcterms:created xsi:type="dcterms:W3CDTF">2026-04-06T01:08:41Z</dcterms:created>
  <dcterms:modified xsi:type="dcterms:W3CDTF">2026-04-06T01:08:41Z</dcterms:modified>
</cp:coreProperties>
</file>